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4" r:id="rId9"/>
    <p:sldId id="260" r:id="rId10"/>
    <p:sldId id="261" r:id="rId11"/>
    <p:sldId id="262" r:id="rId12"/>
    <p:sldId id="263" r:id="rId13"/>
    <p:sldId id="265" r:id="rId14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A31E0-616A-4FF7-BB27-5DE43B989353}" type="datetimeFigureOut">
              <a:rPr lang="es-CO" smtClean="0"/>
              <a:t>10/10/2022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421DC00F-8EB8-45F5-8471-8CC0B3AEB78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9533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A31E0-616A-4FF7-BB27-5DE43B989353}" type="datetimeFigureOut">
              <a:rPr lang="es-CO" smtClean="0"/>
              <a:t>10/10/2022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C00F-8EB8-45F5-8471-8CC0B3AEB78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7672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A31E0-616A-4FF7-BB27-5DE43B989353}" type="datetimeFigureOut">
              <a:rPr lang="es-CO" smtClean="0"/>
              <a:t>10/10/2022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21DC00F-8EB8-45F5-8471-8CC0B3AEB78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03233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A31E0-616A-4FF7-BB27-5DE43B989353}" type="datetimeFigureOut">
              <a:rPr lang="es-CO" smtClean="0"/>
              <a:t>10/10/2022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21DC00F-8EB8-45F5-8471-8CC0B3AEB78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55785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A31E0-616A-4FF7-BB27-5DE43B989353}" type="datetimeFigureOut">
              <a:rPr lang="es-CO" smtClean="0"/>
              <a:t>10/10/2022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421DC00F-8EB8-45F5-8471-8CC0B3AEB78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89877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A31E0-616A-4FF7-BB27-5DE43B989353}" type="datetimeFigureOut">
              <a:rPr lang="es-CO" smtClean="0"/>
              <a:t>10/10/2022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C00F-8EB8-45F5-8471-8CC0B3AEB78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21519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A31E0-616A-4FF7-BB27-5DE43B989353}" type="datetimeFigureOut">
              <a:rPr lang="es-CO" smtClean="0"/>
              <a:t>10/10/2022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C00F-8EB8-45F5-8471-8CC0B3AEB78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60866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A31E0-616A-4FF7-BB27-5DE43B989353}" type="datetimeFigureOut">
              <a:rPr lang="es-CO" smtClean="0"/>
              <a:t>10/10/2022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C00F-8EB8-45F5-8471-8CC0B3AEB78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23190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A31E0-616A-4FF7-BB27-5DE43B989353}" type="datetimeFigureOut">
              <a:rPr lang="es-CO" smtClean="0"/>
              <a:t>10/10/2022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21DC00F-8EB8-45F5-8471-8CC0B3AEB78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79200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A31E0-616A-4FF7-BB27-5DE43B989353}" type="datetimeFigureOut">
              <a:rPr lang="es-CO" smtClean="0"/>
              <a:t>10/10/2022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21DC00F-8EB8-45F5-8471-8CC0B3AEB78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13829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A31E0-616A-4FF7-BB27-5DE43B989353}" type="datetimeFigureOut">
              <a:rPr lang="es-CO" smtClean="0"/>
              <a:t>10/10/2022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421DC00F-8EB8-45F5-8471-8CC0B3AEB78B}" type="slidenum">
              <a:rPr lang="es-CO" smtClean="0"/>
              <a:t>‹Nº›</a:t>
            </a:fld>
            <a:endParaRPr lang="es-CO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398852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A31E0-616A-4FF7-BB27-5DE43B989353}" type="datetimeFigureOut">
              <a:rPr lang="es-CO" smtClean="0"/>
              <a:t>10/10/2022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21DC00F-8EB8-45F5-8471-8CC0B3AEB78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545460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A31E0-616A-4FF7-BB27-5DE43B989353}" type="datetimeFigureOut">
              <a:rPr lang="es-CO" smtClean="0"/>
              <a:t>10/10/2022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21DC00F-8EB8-45F5-8471-8CC0B3AEB78B}" type="slidenum">
              <a:rPr lang="es-CO" smtClean="0"/>
              <a:t>‹Nº›</a:t>
            </a:fld>
            <a:endParaRPr lang="es-CO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749750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A31E0-616A-4FF7-BB27-5DE43B989353}" type="datetimeFigureOut">
              <a:rPr lang="es-CO" smtClean="0"/>
              <a:t>10/10/2022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421DC00F-8EB8-45F5-8471-8CC0B3AEB78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93178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A31E0-616A-4FF7-BB27-5DE43B989353}" type="datetimeFigureOut">
              <a:rPr lang="es-CO" smtClean="0"/>
              <a:t>10/10/2022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C00F-8EB8-45F5-8471-8CC0B3AEB78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31031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A31E0-616A-4FF7-BB27-5DE43B989353}" type="datetimeFigureOut">
              <a:rPr lang="es-CO" smtClean="0"/>
              <a:t>10/10/2022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1DC00F-8EB8-45F5-8471-8CC0B3AEB78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9791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BA31E0-616A-4FF7-BB27-5DE43B989353}" type="datetimeFigureOut">
              <a:rPr lang="es-CO" smtClean="0"/>
              <a:t>10/10/2022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421DC00F-8EB8-45F5-8471-8CC0B3AEB78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18394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437419" y="782515"/>
            <a:ext cx="8915399" cy="879231"/>
          </a:xfrm>
        </p:spPr>
        <p:txBody>
          <a:bodyPr>
            <a:normAutofit fontScale="90000"/>
          </a:bodyPr>
          <a:lstStyle/>
          <a:p>
            <a:pPr algn="ctr"/>
            <a:r>
              <a:rPr lang="es-419" b="1" dirty="0" smtClean="0"/>
              <a:t>ENRUTAMIENTO</a:t>
            </a:r>
            <a:br>
              <a:rPr lang="es-419" b="1" dirty="0" smtClean="0"/>
            </a:br>
            <a:endParaRPr lang="es-CO" b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079259" y="1770410"/>
            <a:ext cx="8915399" cy="1126283"/>
          </a:xfrm>
        </p:spPr>
        <p:txBody>
          <a:bodyPr>
            <a:noAutofit/>
          </a:bodyPr>
          <a:lstStyle/>
          <a:p>
            <a:r>
              <a:rPr lang="es-419" sz="2400" dirty="0" smtClean="0"/>
              <a:t>Preguntas guía de indagación</a:t>
            </a:r>
          </a:p>
          <a:p>
            <a:pPr marL="342900" indent="-342900">
              <a:buAutoNum type="arabicPeriod"/>
            </a:pPr>
            <a:r>
              <a:rPr lang="es-419" sz="2400" dirty="0" smtClean="0"/>
              <a:t>Qué es enrutamiento o encaminamiento?</a:t>
            </a:r>
          </a:p>
          <a:p>
            <a:pPr marL="342900" indent="-342900">
              <a:buAutoNum type="arabicPeriod"/>
            </a:pPr>
            <a:r>
              <a:rPr lang="es-419" sz="2400" dirty="0" smtClean="0"/>
              <a:t>Qué es un router?</a:t>
            </a:r>
          </a:p>
          <a:p>
            <a:pPr marL="342900" indent="-342900">
              <a:buAutoNum type="arabicPeriod"/>
            </a:pPr>
            <a:r>
              <a:rPr lang="es-419" sz="2400" dirty="0" smtClean="0"/>
              <a:t>Qué es enrutamiento estático?</a:t>
            </a:r>
          </a:p>
          <a:p>
            <a:pPr marL="342900" indent="-342900">
              <a:buAutoNum type="arabicPeriod"/>
            </a:pPr>
            <a:r>
              <a:rPr lang="es-419" sz="2400" dirty="0" smtClean="0"/>
              <a:t>Qué es enrutamiento </a:t>
            </a:r>
            <a:r>
              <a:rPr lang="es-419" sz="2400" dirty="0" err="1" smtClean="0"/>
              <a:t>diámico</a:t>
            </a:r>
            <a:r>
              <a:rPr lang="es-419" sz="2400" dirty="0" smtClean="0"/>
              <a:t>?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2600372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419" b="1" dirty="0" smtClean="0"/>
              <a:t>ENRUTAMIENTO</a:t>
            </a:r>
            <a:endParaRPr lang="es-CO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718774" y="1512277"/>
            <a:ext cx="8915400" cy="1529861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s-419" sz="2400" b="1" dirty="0" smtClean="0"/>
              <a:t>Consiste en determinar la mejor ruta por la que deben viajar los datos desde una red origen hacia otra red destino. </a:t>
            </a:r>
          </a:p>
          <a:p>
            <a:pPr marL="0" indent="0" algn="just">
              <a:buNone/>
            </a:pPr>
            <a:r>
              <a:rPr lang="es-419" sz="2400" b="1" dirty="0" smtClean="0"/>
              <a:t>Este proceso es llevado a cabo por un dispositivo denominado </a:t>
            </a:r>
            <a:r>
              <a:rPr lang="es-419" sz="2400" b="1" dirty="0" err="1" smtClean="0"/>
              <a:t>router</a:t>
            </a:r>
            <a:r>
              <a:rPr lang="es-419" sz="2400" b="1" dirty="0" smtClean="0"/>
              <a:t>.</a:t>
            </a:r>
            <a:endParaRPr lang="es-CO" sz="2400" b="1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2260" y="3091546"/>
            <a:ext cx="2066925" cy="1076325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0572" y="3091546"/>
            <a:ext cx="6143625" cy="1857375"/>
          </a:xfrm>
          <a:prstGeom prst="rect">
            <a:avLst/>
          </a:prstGeom>
        </p:spPr>
      </p:pic>
      <p:sp>
        <p:nvSpPr>
          <p:cNvPr id="7" name="CuadroTexto 6"/>
          <p:cNvSpPr txBox="1"/>
          <p:nvPr/>
        </p:nvSpPr>
        <p:spPr>
          <a:xfrm>
            <a:off x="7141523" y="4813663"/>
            <a:ext cx="1601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 err="1" smtClean="0"/>
              <a:t>Router</a:t>
            </a:r>
            <a:r>
              <a:rPr lang="es-419" dirty="0" smtClean="0"/>
              <a:t> Cisco</a:t>
            </a:r>
            <a:endParaRPr lang="es-CO" dirty="0"/>
          </a:p>
        </p:txBody>
      </p:sp>
      <p:sp>
        <p:nvSpPr>
          <p:cNvPr id="8" name="CuadroTexto 7"/>
          <p:cNvSpPr txBox="1"/>
          <p:nvPr/>
        </p:nvSpPr>
        <p:spPr>
          <a:xfrm>
            <a:off x="1954861" y="4302590"/>
            <a:ext cx="16017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dirty="0" smtClean="0"/>
              <a:t>Símbolo </a:t>
            </a:r>
          </a:p>
          <a:p>
            <a:r>
              <a:rPr lang="es-419" dirty="0" err="1" smtClean="0"/>
              <a:t>Router</a:t>
            </a:r>
            <a:r>
              <a:rPr lang="es-419" dirty="0" smtClean="0"/>
              <a:t> Cisco</a:t>
            </a:r>
            <a:endParaRPr lang="es-CO" dirty="0"/>
          </a:p>
        </p:txBody>
      </p:sp>
      <p:sp>
        <p:nvSpPr>
          <p:cNvPr id="9" name="Marcador de contenido 2"/>
          <p:cNvSpPr txBox="1">
            <a:spLocks/>
          </p:cNvSpPr>
          <p:nvPr/>
        </p:nvSpPr>
        <p:spPr>
          <a:xfrm>
            <a:off x="1800835" y="5378085"/>
            <a:ext cx="8915400" cy="15298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Wingdings 3" charset="2"/>
              <a:buNone/>
            </a:pPr>
            <a:r>
              <a:rPr lang="es-419" sz="2400" b="1" dirty="0" smtClean="0"/>
              <a:t>Cada </a:t>
            </a:r>
            <a:r>
              <a:rPr lang="es-419" sz="2400" b="1" dirty="0" err="1" smtClean="0"/>
              <a:t>router</a:t>
            </a:r>
            <a:r>
              <a:rPr lang="es-419" sz="2400" b="1" dirty="0" smtClean="0"/>
              <a:t> almacena una tabla con las rutas a las diferentes redes (Tabla de enrutamiento)</a:t>
            </a:r>
            <a:endParaRPr lang="es-CO" sz="2400" b="1" dirty="0"/>
          </a:p>
        </p:txBody>
      </p:sp>
    </p:spTree>
    <p:extLst>
      <p:ext uri="{BB962C8B-B14F-4D97-AF65-F5344CB8AC3E}">
        <p14:creationId xmlns:p14="http://schemas.microsoft.com/office/powerpoint/2010/main" val="2938137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419" b="1" dirty="0" smtClean="0"/>
              <a:t>ENRUTAMIENTO</a:t>
            </a:r>
            <a:endParaRPr lang="es-CO" b="1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1264555"/>
            <a:ext cx="8695592" cy="4993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804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419" b="1" dirty="0" smtClean="0"/>
              <a:t>ENRUTAMIENTO</a:t>
            </a:r>
            <a:endParaRPr lang="es-CO" b="1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1264555"/>
            <a:ext cx="8695592" cy="4993640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2242" y="2330045"/>
            <a:ext cx="3112474" cy="747264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1277" y="3077310"/>
            <a:ext cx="3631224" cy="731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340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419" b="1" dirty="0" smtClean="0"/>
              <a:t>ENRUTAMIENTO</a:t>
            </a:r>
            <a:endParaRPr lang="es-CO" b="1" dirty="0"/>
          </a:p>
        </p:txBody>
      </p:sp>
      <p:sp>
        <p:nvSpPr>
          <p:cNvPr id="6" name="CuadroTexto 5"/>
          <p:cNvSpPr txBox="1"/>
          <p:nvPr/>
        </p:nvSpPr>
        <p:spPr>
          <a:xfrm>
            <a:off x="1957387" y="1476375"/>
            <a:ext cx="422743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2800" b="1" u="sng" dirty="0" smtClean="0"/>
              <a:t>Tabla de enrutamiento:</a:t>
            </a:r>
          </a:p>
          <a:p>
            <a:endParaRPr lang="es-419" sz="2800" dirty="0"/>
          </a:p>
          <a:p>
            <a:r>
              <a:rPr lang="es-419" sz="2800" dirty="0" smtClean="0"/>
              <a:t>Comando:</a:t>
            </a:r>
          </a:p>
          <a:p>
            <a:r>
              <a:rPr lang="es-419" sz="2800" b="1" dirty="0" smtClean="0"/>
              <a:t>Show </a:t>
            </a:r>
            <a:r>
              <a:rPr lang="es-419" sz="2800" b="1" dirty="0" err="1" smtClean="0"/>
              <a:t>ip</a:t>
            </a:r>
            <a:r>
              <a:rPr lang="es-419" sz="2800" b="1" dirty="0" smtClean="0"/>
              <a:t> </a:t>
            </a:r>
            <a:r>
              <a:rPr lang="es-419" sz="2800" b="1" dirty="0" err="1" smtClean="0"/>
              <a:t>route</a:t>
            </a:r>
            <a:endParaRPr lang="es-419" sz="2800" b="1" dirty="0" smtClean="0"/>
          </a:p>
          <a:p>
            <a:endParaRPr lang="es-CO" sz="2800" b="1" u="sng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1663" y="2049461"/>
            <a:ext cx="5934076" cy="4756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085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419" b="1" dirty="0" smtClean="0"/>
              <a:t>ENRUTAMIENTO</a:t>
            </a:r>
            <a:endParaRPr lang="es-CO" b="1" dirty="0"/>
          </a:p>
        </p:txBody>
      </p:sp>
      <p:sp>
        <p:nvSpPr>
          <p:cNvPr id="6" name="CuadroTexto 5"/>
          <p:cNvSpPr txBox="1"/>
          <p:nvPr/>
        </p:nvSpPr>
        <p:spPr>
          <a:xfrm>
            <a:off x="1820008" y="1837592"/>
            <a:ext cx="3491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2400" b="1" u="sng" dirty="0" smtClean="0"/>
              <a:t>Tipos de enrutamiento</a:t>
            </a:r>
            <a:endParaRPr lang="es-CO" sz="2400" b="1" u="sng" dirty="0"/>
          </a:p>
        </p:txBody>
      </p:sp>
      <p:sp>
        <p:nvSpPr>
          <p:cNvPr id="7" name="CuadroTexto 6"/>
          <p:cNvSpPr txBox="1"/>
          <p:nvPr/>
        </p:nvSpPr>
        <p:spPr>
          <a:xfrm>
            <a:off x="1820008" y="2518317"/>
            <a:ext cx="989720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s-419" sz="2400" b="1" u="sng" dirty="0" smtClean="0"/>
              <a:t>Enrutamiento Estático: </a:t>
            </a:r>
          </a:p>
          <a:p>
            <a:endParaRPr lang="es-419" sz="2400" b="1" u="sng" dirty="0" smtClean="0"/>
          </a:p>
          <a:p>
            <a:pPr algn="just"/>
            <a:r>
              <a:rPr lang="es-419" sz="2400" dirty="0" smtClean="0"/>
              <a:t>En este, las rutas de la tabla de enrutamiento son creadas manualmente por el administrador de la red. Su aplicación tiene sentido para redes pequeñas.</a:t>
            </a:r>
          </a:p>
          <a:p>
            <a:endParaRPr lang="es-419" sz="2400" dirty="0"/>
          </a:p>
          <a:p>
            <a:pPr marL="457200" indent="-457200">
              <a:buFont typeface="+mj-lt"/>
              <a:buAutoNum type="arabicPeriod" startAt="2"/>
            </a:pPr>
            <a:r>
              <a:rPr lang="es-419" sz="2400" b="1" u="sng" dirty="0" smtClean="0"/>
              <a:t>Enrutamiento Dinámico</a:t>
            </a:r>
            <a:r>
              <a:rPr lang="es-419" sz="2400" b="1" u="sng" dirty="0"/>
              <a:t>: </a:t>
            </a:r>
            <a:endParaRPr lang="es-419" sz="2400" b="1" u="sng" dirty="0" smtClean="0"/>
          </a:p>
          <a:p>
            <a:pPr algn="just"/>
            <a:r>
              <a:rPr lang="es-419" sz="2400" dirty="0" smtClean="0"/>
              <a:t>En él, las </a:t>
            </a:r>
            <a:r>
              <a:rPr lang="es-419" sz="2400" dirty="0"/>
              <a:t>rutas de la tabla de enrutamiento son creadas </a:t>
            </a:r>
            <a:r>
              <a:rPr lang="es-419" sz="2400" dirty="0" smtClean="0"/>
              <a:t>automáticamente por </a:t>
            </a:r>
            <a:r>
              <a:rPr lang="es-419" sz="2400" b="1" u="sng" dirty="0" smtClean="0"/>
              <a:t>protocolos de enrutamiento</a:t>
            </a:r>
            <a:r>
              <a:rPr lang="es-419" sz="2400" dirty="0" smtClean="0"/>
              <a:t>.</a:t>
            </a:r>
            <a:endParaRPr lang="es-419" sz="2400" dirty="0"/>
          </a:p>
          <a:p>
            <a:pPr marL="457200" indent="-457200">
              <a:buFont typeface="+mj-lt"/>
              <a:buAutoNum type="arabicPeriod" startAt="2"/>
            </a:pPr>
            <a:endParaRPr lang="es-419" sz="2400" b="1" u="sng" dirty="0"/>
          </a:p>
        </p:txBody>
      </p:sp>
    </p:spTree>
    <p:extLst>
      <p:ext uri="{BB962C8B-B14F-4D97-AF65-F5344CB8AC3E}">
        <p14:creationId xmlns:p14="http://schemas.microsoft.com/office/powerpoint/2010/main" val="868820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419" b="1" dirty="0" smtClean="0"/>
              <a:t>ENRUTAMIENTO</a:t>
            </a:r>
            <a:endParaRPr lang="es-CO" b="1" dirty="0"/>
          </a:p>
        </p:txBody>
      </p:sp>
      <p:sp>
        <p:nvSpPr>
          <p:cNvPr id="7" name="CuadroTexto 6"/>
          <p:cNvSpPr txBox="1"/>
          <p:nvPr/>
        </p:nvSpPr>
        <p:spPr>
          <a:xfrm>
            <a:off x="413657" y="1428071"/>
            <a:ext cx="11614219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s-419" sz="2400" b="1" u="sng" dirty="0" smtClean="0"/>
              <a:t>Enrutamiento Estático: </a:t>
            </a:r>
          </a:p>
          <a:p>
            <a:endParaRPr lang="es-419" sz="2400" b="1" u="sng" dirty="0" smtClean="0"/>
          </a:p>
          <a:p>
            <a:endParaRPr lang="es-419" sz="2400" b="1" u="sng" dirty="0" smtClean="0"/>
          </a:p>
          <a:p>
            <a:pPr algn="ctr"/>
            <a:r>
              <a:rPr lang="es-419" sz="3200" b="1" dirty="0" err="1" smtClean="0"/>
              <a:t>Ip</a:t>
            </a:r>
            <a:r>
              <a:rPr lang="es-419" sz="3200" b="1" dirty="0" smtClean="0"/>
              <a:t> </a:t>
            </a:r>
            <a:r>
              <a:rPr lang="es-419" sz="3200" b="1" dirty="0" err="1" smtClean="0"/>
              <a:t>route</a:t>
            </a:r>
            <a:r>
              <a:rPr lang="es-419" sz="3200" b="1" dirty="0" smtClean="0"/>
              <a:t> &lt;</a:t>
            </a:r>
            <a:r>
              <a:rPr lang="es-419" sz="3200" b="1" dirty="0" err="1" smtClean="0"/>
              <a:t>ip_red_destino</a:t>
            </a:r>
            <a:r>
              <a:rPr lang="es-419" sz="3200" b="1" dirty="0" smtClean="0"/>
              <a:t>&gt; &lt;</a:t>
            </a:r>
            <a:r>
              <a:rPr lang="es-419" sz="3200" b="1" dirty="0" err="1" smtClean="0"/>
              <a:t>máscara_red_destino</a:t>
            </a:r>
            <a:r>
              <a:rPr lang="es-419" sz="3200" b="1" dirty="0" smtClean="0"/>
              <a:t>&gt; &lt;salto&gt;</a:t>
            </a:r>
            <a:endParaRPr lang="es-419" sz="2400" b="1" dirty="0" smtClean="0"/>
          </a:p>
          <a:p>
            <a:pPr algn="ctr"/>
            <a:r>
              <a:rPr lang="es-419" sz="2400" b="1" dirty="0"/>
              <a:t>	</a:t>
            </a:r>
            <a:r>
              <a:rPr lang="es-419" sz="2400" b="1" dirty="0" smtClean="0"/>
              <a:t>						</a:t>
            </a:r>
          </a:p>
          <a:p>
            <a:pPr algn="ctr"/>
            <a:r>
              <a:rPr lang="es-419" sz="2400" b="1" dirty="0"/>
              <a:t>	</a:t>
            </a:r>
            <a:r>
              <a:rPr lang="es-419" sz="2400" b="1" dirty="0" smtClean="0"/>
              <a:t>						</a:t>
            </a:r>
            <a:r>
              <a:rPr lang="es-419" sz="2400" dirty="0" smtClean="0"/>
              <a:t>(</a:t>
            </a:r>
            <a:r>
              <a:rPr lang="es-419" sz="2400" b="1" i="1" dirty="0" err="1" smtClean="0"/>
              <a:t>Ip</a:t>
            </a:r>
            <a:r>
              <a:rPr lang="es-419" sz="2400" b="1" i="1" dirty="0" smtClean="0"/>
              <a:t> de la interfaz de entrada</a:t>
            </a:r>
          </a:p>
          <a:p>
            <a:pPr algn="ctr"/>
            <a:r>
              <a:rPr lang="es-419" sz="2400" b="1" i="1" dirty="0" smtClean="0"/>
              <a:t>						a la red destino</a:t>
            </a:r>
            <a:r>
              <a:rPr lang="es-419" sz="2400" dirty="0" smtClean="0"/>
              <a:t>)</a:t>
            </a:r>
            <a:r>
              <a:rPr lang="es-419" sz="2400" b="1" dirty="0" smtClean="0"/>
              <a:t> </a:t>
            </a:r>
          </a:p>
        </p:txBody>
      </p:sp>
      <p:cxnSp>
        <p:nvCxnSpPr>
          <p:cNvPr id="4" name="Conector recto de flecha 3"/>
          <p:cNvCxnSpPr/>
          <p:nvPr/>
        </p:nvCxnSpPr>
        <p:spPr>
          <a:xfrm flipH="1">
            <a:off x="9707545" y="3071813"/>
            <a:ext cx="1250968" cy="46233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3168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419" b="1" dirty="0" smtClean="0"/>
              <a:t>ENRUTAMIENTO</a:t>
            </a:r>
            <a:endParaRPr lang="es-CO" b="1" dirty="0"/>
          </a:p>
        </p:txBody>
      </p:sp>
      <p:sp>
        <p:nvSpPr>
          <p:cNvPr id="7" name="CuadroTexto 6"/>
          <p:cNvSpPr txBox="1"/>
          <p:nvPr/>
        </p:nvSpPr>
        <p:spPr>
          <a:xfrm>
            <a:off x="499533" y="1428071"/>
            <a:ext cx="11528344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400" b="1" dirty="0" smtClean="0"/>
              <a:t>Para el ejemplo dado se tiene:</a:t>
            </a:r>
          </a:p>
          <a:p>
            <a:r>
              <a:rPr lang="es-419" sz="2400" b="1" u="sng" dirty="0" smtClean="0"/>
              <a:t>En </a:t>
            </a:r>
            <a:r>
              <a:rPr lang="es-419" sz="2400" b="1" u="sng" dirty="0" err="1" smtClean="0"/>
              <a:t>router</a:t>
            </a:r>
            <a:r>
              <a:rPr lang="es-419" sz="2400" b="1" u="sng" dirty="0" smtClean="0"/>
              <a:t> 1</a:t>
            </a:r>
          </a:p>
          <a:p>
            <a:endParaRPr lang="es-419" sz="2400" b="1" u="sng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419" sz="2400" b="1" dirty="0" smtClean="0"/>
              <a:t>En la interfaz F0/0</a:t>
            </a:r>
          </a:p>
          <a:p>
            <a:r>
              <a:rPr lang="es-419" sz="2400" dirty="0" smtClean="0"/>
              <a:t>Router1(</a:t>
            </a:r>
            <a:r>
              <a:rPr lang="es-419" sz="2400" dirty="0" err="1" smtClean="0"/>
              <a:t>config</a:t>
            </a:r>
            <a:r>
              <a:rPr lang="es-419" sz="2400" dirty="0" smtClean="0"/>
              <a:t>)#</a:t>
            </a:r>
            <a:r>
              <a:rPr lang="es-419" sz="2400" b="1" dirty="0" smtClean="0"/>
              <a:t>interface F0/0    </a:t>
            </a:r>
            <a:r>
              <a:rPr lang="es-419" sz="2400" dirty="0" smtClean="0"/>
              <a:t>(ingresa a la interfaz)</a:t>
            </a:r>
          </a:p>
          <a:p>
            <a:r>
              <a:rPr lang="es-419" sz="2400" dirty="0" smtClean="0"/>
              <a:t>Router1(</a:t>
            </a:r>
            <a:r>
              <a:rPr lang="es-419" sz="2400" dirty="0" err="1" smtClean="0"/>
              <a:t>config-if</a:t>
            </a:r>
            <a:r>
              <a:rPr lang="es-419" sz="2400" dirty="0" smtClean="0"/>
              <a:t>)#</a:t>
            </a:r>
            <a:r>
              <a:rPr lang="es-419" sz="2400" b="1" dirty="0" smtClean="0"/>
              <a:t>no </a:t>
            </a:r>
            <a:r>
              <a:rPr lang="es-419" sz="2400" b="1" dirty="0" err="1" smtClean="0"/>
              <a:t>shutdown</a:t>
            </a:r>
            <a:r>
              <a:rPr lang="es-419" sz="2400" b="1" dirty="0" smtClean="0"/>
              <a:t>    </a:t>
            </a:r>
            <a:r>
              <a:rPr lang="es-419" sz="2400" dirty="0" smtClean="0"/>
              <a:t> (encienda la interfaz)</a:t>
            </a:r>
          </a:p>
          <a:p>
            <a:r>
              <a:rPr lang="es-419" sz="2400" dirty="0"/>
              <a:t>Router1(</a:t>
            </a:r>
            <a:r>
              <a:rPr lang="es-419" sz="2400" dirty="0" err="1"/>
              <a:t>config-if</a:t>
            </a:r>
            <a:r>
              <a:rPr lang="es-419" sz="2400" dirty="0"/>
              <a:t>)#</a:t>
            </a:r>
            <a:r>
              <a:rPr lang="es-419" sz="2400" dirty="0" smtClean="0"/>
              <a:t> </a:t>
            </a:r>
            <a:r>
              <a:rPr lang="es-419" sz="2400" b="1" dirty="0" err="1" smtClean="0"/>
              <a:t>ip</a:t>
            </a:r>
            <a:r>
              <a:rPr lang="es-419" sz="2400" b="1" dirty="0" smtClean="0"/>
              <a:t> </a:t>
            </a:r>
            <a:r>
              <a:rPr lang="es-419" sz="2400" b="1" dirty="0" err="1" smtClean="0"/>
              <a:t>address</a:t>
            </a:r>
            <a:r>
              <a:rPr lang="es-419" sz="2400" b="1" dirty="0" smtClean="0"/>
              <a:t> 10.0.0.1 255.0.0.0 </a:t>
            </a:r>
            <a:r>
              <a:rPr lang="es-419" sz="2400" dirty="0" smtClean="0"/>
              <a:t>(asigna </a:t>
            </a:r>
            <a:r>
              <a:rPr lang="es-419" sz="2400" dirty="0" err="1" smtClean="0"/>
              <a:t>Ip</a:t>
            </a:r>
            <a:r>
              <a:rPr lang="es-419" sz="2400" dirty="0" smtClean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419" sz="2400" b="1" dirty="0"/>
              <a:t>En interfaz s0/1/0:</a:t>
            </a:r>
          </a:p>
          <a:p>
            <a:r>
              <a:rPr lang="es-419" sz="2400" dirty="0"/>
              <a:t>Router1(</a:t>
            </a:r>
            <a:r>
              <a:rPr lang="es-419" sz="2400" dirty="0" err="1"/>
              <a:t>config</a:t>
            </a:r>
            <a:r>
              <a:rPr lang="es-419" sz="2400" dirty="0"/>
              <a:t>)#</a:t>
            </a:r>
            <a:r>
              <a:rPr lang="es-419" sz="2400" b="1" dirty="0"/>
              <a:t>interface s0/1/0    </a:t>
            </a:r>
            <a:r>
              <a:rPr lang="es-419" sz="2400" dirty="0"/>
              <a:t>(ingresa a la interfaz)</a:t>
            </a:r>
          </a:p>
          <a:p>
            <a:r>
              <a:rPr lang="es-419" sz="2400" dirty="0"/>
              <a:t>Router1(</a:t>
            </a:r>
            <a:r>
              <a:rPr lang="es-419" sz="2400" dirty="0" err="1"/>
              <a:t>config-if</a:t>
            </a:r>
            <a:r>
              <a:rPr lang="es-419" sz="2400" dirty="0"/>
              <a:t>)#</a:t>
            </a:r>
            <a:r>
              <a:rPr lang="es-419" sz="2400" b="1" dirty="0"/>
              <a:t>no </a:t>
            </a:r>
            <a:r>
              <a:rPr lang="es-419" sz="2400" b="1" dirty="0" err="1"/>
              <a:t>shutdown</a:t>
            </a:r>
            <a:r>
              <a:rPr lang="es-419" sz="2400" b="1" dirty="0"/>
              <a:t>    </a:t>
            </a:r>
            <a:r>
              <a:rPr lang="es-419" sz="2400" dirty="0"/>
              <a:t> (encienda la interfaz)</a:t>
            </a:r>
          </a:p>
          <a:p>
            <a:r>
              <a:rPr lang="es-419" dirty="0"/>
              <a:t>Router1(</a:t>
            </a:r>
            <a:r>
              <a:rPr lang="es-419" dirty="0" err="1"/>
              <a:t>config-if</a:t>
            </a:r>
            <a:r>
              <a:rPr lang="es-419" dirty="0"/>
              <a:t>)# </a:t>
            </a:r>
            <a:r>
              <a:rPr lang="es-419" b="1" dirty="0" err="1"/>
              <a:t>ip</a:t>
            </a:r>
            <a:r>
              <a:rPr lang="es-419" b="1" dirty="0"/>
              <a:t> </a:t>
            </a:r>
            <a:r>
              <a:rPr lang="es-419" b="1" dirty="0" err="1"/>
              <a:t>address</a:t>
            </a:r>
            <a:r>
              <a:rPr lang="es-419" b="1" dirty="0"/>
              <a:t> 200.1.1.5 </a:t>
            </a:r>
            <a:r>
              <a:rPr lang="es-419" b="1" dirty="0" smtClean="0"/>
              <a:t>255.255.255.0  </a:t>
            </a:r>
            <a:r>
              <a:rPr lang="es-419" dirty="0" smtClean="0"/>
              <a:t>(asigna </a:t>
            </a:r>
            <a:r>
              <a:rPr lang="es-419" dirty="0" err="1" smtClean="0"/>
              <a:t>ip</a:t>
            </a:r>
            <a:r>
              <a:rPr lang="es-419" dirty="0" smtClean="0"/>
              <a:t>)</a:t>
            </a:r>
            <a:r>
              <a:rPr lang="es-419" sz="2000" b="1" dirty="0"/>
              <a:t>					</a:t>
            </a:r>
            <a:r>
              <a:rPr lang="es-419" sz="2000" dirty="0"/>
              <a:t>(asigna </a:t>
            </a:r>
            <a:r>
              <a:rPr lang="es-419" sz="2000" dirty="0" err="1"/>
              <a:t>Ip</a:t>
            </a:r>
            <a:r>
              <a:rPr lang="es-419" sz="2000" dirty="0" smtClean="0"/>
              <a:t>)</a:t>
            </a:r>
          </a:p>
          <a:p>
            <a:r>
              <a:rPr lang="es-419" sz="2000" b="1" dirty="0" smtClean="0"/>
              <a:t>ENRUTAMIENTO ESTÁTICO</a:t>
            </a:r>
            <a:endParaRPr lang="es-419" sz="2000" b="1" dirty="0"/>
          </a:p>
          <a:p>
            <a:r>
              <a:rPr lang="es-419" sz="2400" dirty="0" smtClean="0"/>
              <a:t>Router1(</a:t>
            </a:r>
            <a:r>
              <a:rPr lang="es-419" sz="2400" dirty="0" err="1" smtClean="0"/>
              <a:t>config</a:t>
            </a:r>
            <a:r>
              <a:rPr lang="es-419" sz="2400" dirty="0"/>
              <a:t>)# </a:t>
            </a:r>
            <a:r>
              <a:rPr lang="es-419" sz="2400" b="1" dirty="0" err="1"/>
              <a:t>ip</a:t>
            </a:r>
            <a:r>
              <a:rPr lang="es-419" sz="2400" b="1" dirty="0"/>
              <a:t> </a:t>
            </a:r>
            <a:r>
              <a:rPr lang="es-419" sz="2400" b="1" dirty="0" err="1"/>
              <a:t>route</a:t>
            </a:r>
            <a:r>
              <a:rPr lang="es-419" sz="2400" b="1" dirty="0"/>
              <a:t> 192.168.0.0  255.255.255.0  200.1.1.10</a:t>
            </a:r>
          </a:p>
          <a:p>
            <a:endParaRPr lang="es-419" sz="2400" b="1" dirty="0" smtClean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575" y="1334707"/>
            <a:ext cx="2549768" cy="5365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618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419" b="1" dirty="0" smtClean="0"/>
              <a:t>ENRUTAMIENTO</a:t>
            </a:r>
            <a:endParaRPr lang="es-CO" b="1" dirty="0"/>
          </a:p>
        </p:txBody>
      </p:sp>
      <p:sp>
        <p:nvSpPr>
          <p:cNvPr id="7" name="CuadroTexto 6"/>
          <p:cNvSpPr txBox="1"/>
          <p:nvPr/>
        </p:nvSpPr>
        <p:spPr>
          <a:xfrm>
            <a:off x="641839" y="1428071"/>
            <a:ext cx="11386038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400" b="1" dirty="0" smtClean="0"/>
              <a:t>Para el ejemplo dado se tiene:</a:t>
            </a:r>
          </a:p>
          <a:p>
            <a:endParaRPr lang="es-419" sz="2400" b="1" u="sng" dirty="0" smtClean="0"/>
          </a:p>
          <a:p>
            <a:r>
              <a:rPr lang="es-419" sz="2400" b="1" u="sng" dirty="0" smtClean="0"/>
              <a:t>En </a:t>
            </a:r>
            <a:r>
              <a:rPr lang="es-419" sz="2400" b="1" u="sng" dirty="0" err="1" smtClean="0"/>
              <a:t>router</a:t>
            </a:r>
            <a:r>
              <a:rPr lang="es-419" sz="2400" b="1" u="sng" dirty="0" smtClean="0"/>
              <a:t> 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419" sz="2400" b="1" dirty="0"/>
              <a:t>En la interfaz F0/0</a:t>
            </a:r>
          </a:p>
          <a:p>
            <a:r>
              <a:rPr lang="es-419" sz="2400" dirty="0" smtClean="0"/>
              <a:t>Router2(</a:t>
            </a:r>
            <a:r>
              <a:rPr lang="es-419" sz="2400" dirty="0" err="1" smtClean="0"/>
              <a:t>config</a:t>
            </a:r>
            <a:r>
              <a:rPr lang="es-419" sz="2400" dirty="0"/>
              <a:t>)#</a:t>
            </a:r>
            <a:r>
              <a:rPr lang="es-419" sz="2400" b="1" dirty="0"/>
              <a:t>interface F0/0    </a:t>
            </a:r>
            <a:r>
              <a:rPr lang="es-419" sz="2400" dirty="0"/>
              <a:t>(ingresa a la interfaz)</a:t>
            </a:r>
          </a:p>
          <a:p>
            <a:r>
              <a:rPr lang="es-419" sz="2400" dirty="0" smtClean="0"/>
              <a:t>Router2(</a:t>
            </a:r>
            <a:r>
              <a:rPr lang="es-419" sz="2400" dirty="0" err="1" smtClean="0"/>
              <a:t>config-if</a:t>
            </a:r>
            <a:r>
              <a:rPr lang="es-419" sz="2400" dirty="0"/>
              <a:t>)#</a:t>
            </a:r>
            <a:r>
              <a:rPr lang="es-419" sz="2400" b="1" dirty="0"/>
              <a:t>no </a:t>
            </a:r>
            <a:r>
              <a:rPr lang="es-419" sz="2400" b="1" dirty="0" err="1"/>
              <a:t>shutdown</a:t>
            </a:r>
            <a:r>
              <a:rPr lang="es-419" sz="2400" b="1" dirty="0"/>
              <a:t>    </a:t>
            </a:r>
            <a:r>
              <a:rPr lang="es-419" sz="2400" dirty="0"/>
              <a:t> (encienda la interfaz)</a:t>
            </a:r>
          </a:p>
          <a:p>
            <a:r>
              <a:rPr lang="es-419" sz="2000" dirty="0" smtClean="0"/>
              <a:t>Router2(</a:t>
            </a:r>
            <a:r>
              <a:rPr lang="es-419" sz="2000" dirty="0" err="1" smtClean="0"/>
              <a:t>config-if</a:t>
            </a:r>
            <a:r>
              <a:rPr lang="es-419" sz="2000" dirty="0"/>
              <a:t>)# </a:t>
            </a:r>
            <a:r>
              <a:rPr lang="es-419" sz="2000" b="1" dirty="0" err="1"/>
              <a:t>ip</a:t>
            </a:r>
            <a:r>
              <a:rPr lang="es-419" sz="2000" b="1" dirty="0"/>
              <a:t> </a:t>
            </a:r>
            <a:r>
              <a:rPr lang="es-419" sz="2000" b="1" dirty="0" err="1"/>
              <a:t>address</a:t>
            </a:r>
            <a:r>
              <a:rPr lang="es-419" sz="2000" b="1" dirty="0"/>
              <a:t> </a:t>
            </a:r>
            <a:r>
              <a:rPr lang="es-419" sz="2000" b="1" dirty="0" smtClean="0"/>
              <a:t>192.168.0.1 255.255.255.0 </a:t>
            </a:r>
            <a:r>
              <a:rPr lang="es-419" sz="2000" dirty="0"/>
              <a:t>(asigna </a:t>
            </a:r>
            <a:r>
              <a:rPr lang="es-419" sz="2000" dirty="0" err="1"/>
              <a:t>Ip</a:t>
            </a:r>
            <a:r>
              <a:rPr lang="es-419" sz="2000" dirty="0"/>
              <a:t>)</a:t>
            </a:r>
          </a:p>
          <a:p>
            <a:endParaRPr lang="es-419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419" sz="2400" b="1" dirty="0"/>
              <a:t>En interfaz s0/1/0:</a:t>
            </a:r>
          </a:p>
          <a:p>
            <a:r>
              <a:rPr lang="es-419" sz="2400" dirty="0" smtClean="0"/>
              <a:t>Router2(</a:t>
            </a:r>
            <a:r>
              <a:rPr lang="es-419" sz="2400" dirty="0" err="1" smtClean="0"/>
              <a:t>config</a:t>
            </a:r>
            <a:r>
              <a:rPr lang="es-419" sz="2400" dirty="0"/>
              <a:t>)#</a:t>
            </a:r>
            <a:r>
              <a:rPr lang="es-419" sz="2400" b="1" dirty="0"/>
              <a:t>interface s0/1/0    </a:t>
            </a:r>
            <a:r>
              <a:rPr lang="es-419" sz="2400" dirty="0"/>
              <a:t>(ingresa a la interfaz)</a:t>
            </a:r>
          </a:p>
          <a:p>
            <a:r>
              <a:rPr lang="es-419" sz="2400" dirty="0" smtClean="0"/>
              <a:t>Router2(</a:t>
            </a:r>
            <a:r>
              <a:rPr lang="es-419" sz="2400" dirty="0" err="1" smtClean="0"/>
              <a:t>config-if</a:t>
            </a:r>
            <a:r>
              <a:rPr lang="es-419" sz="2400" dirty="0"/>
              <a:t>)#</a:t>
            </a:r>
            <a:r>
              <a:rPr lang="es-419" sz="2400" b="1" dirty="0"/>
              <a:t>no </a:t>
            </a:r>
            <a:r>
              <a:rPr lang="es-419" sz="2400" b="1" dirty="0" err="1"/>
              <a:t>shutdown</a:t>
            </a:r>
            <a:r>
              <a:rPr lang="es-419" sz="2400" b="1" dirty="0"/>
              <a:t>    </a:t>
            </a:r>
            <a:r>
              <a:rPr lang="es-419" sz="2400" dirty="0"/>
              <a:t> (encienda la interfaz)</a:t>
            </a:r>
          </a:p>
          <a:p>
            <a:r>
              <a:rPr lang="es-419" sz="2000" dirty="0" smtClean="0"/>
              <a:t>Router2(</a:t>
            </a:r>
            <a:r>
              <a:rPr lang="es-419" sz="2000" dirty="0" err="1" smtClean="0"/>
              <a:t>config-if</a:t>
            </a:r>
            <a:r>
              <a:rPr lang="es-419" sz="2000" dirty="0"/>
              <a:t>)# </a:t>
            </a:r>
            <a:r>
              <a:rPr lang="es-419" sz="2000" b="1" dirty="0" err="1"/>
              <a:t>ip</a:t>
            </a:r>
            <a:r>
              <a:rPr lang="es-419" sz="2000" b="1" dirty="0"/>
              <a:t> </a:t>
            </a:r>
            <a:r>
              <a:rPr lang="es-419" sz="2000" b="1" dirty="0" err="1"/>
              <a:t>address</a:t>
            </a:r>
            <a:r>
              <a:rPr lang="es-419" sz="2000" b="1" dirty="0"/>
              <a:t> 200.1.1.5 </a:t>
            </a:r>
            <a:r>
              <a:rPr lang="es-419" sz="2000" b="1" dirty="0" smtClean="0"/>
              <a:t>255.255.255.0 </a:t>
            </a:r>
            <a:r>
              <a:rPr lang="es-419" sz="2000" dirty="0" smtClean="0"/>
              <a:t>(</a:t>
            </a:r>
            <a:r>
              <a:rPr lang="es-419" sz="2000" dirty="0"/>
              <a:t>asigna </a:t>
            </a:r>
            <a:r>
              <a:rPr lang="es-419" sz="2000" dirty="0" err="1"/>
              <a:t>Ip</a:t>
            </a:r>
            <a:r>
              <a:rPr lang="es-419" sz="2000" dirty="0" smtClean="0"/>
              <a:t>)</a:t>
            </a:r>
          </a:p>
          <a:p>
            <a:endParaRPr lang="es-419" b="1" dirty="0" smtClean="0"/>
          </a:p>
          <a:p>
            <a:r>
              <a:rPr lang="es-419" b="1" dirty="0" smtClean="0"/>
              <a:t>ENRUTAMIENTO ESTÁTICO</a:t>
            </a:r>
          </a:p>
          <a:p>
            <a:r>
              <a:rPr lang="es-419" sz="2400" dirty="0" smtClean="0"/>
              <a:t>Router2(</a:t>
            </a:r>
            <a:r>
              <a:rPr lang="es-419" sz="2400" dirty="0" err="1" smtClean="0"/>
              <a:t>config</a:t>
            </a:r>
            <a:r>
              <a:rPr lang="es-419" sz="2400" dirty="0"/>
              <a:t>)# </a:t>
            </a:r>
            <a:r>
              <a:rPr lang="es-419" sz="2400" b="1" dirty="0" err="1"/>
              <a:t>ip</a:t>
            </a:r>
            <a:r>
              <a:rPr lang="es-419" sz="2400" b="1" dirty="0"/>
              <a:t> </a:t>
            </a:r>
            <a:r>
              <a:rPr lang="es-419" sz="2400" b="1" dirty="0" err="1"/>
              <a:t>route</a:t>
            </a:r>
            <a:r>
              <a:rPr lang="es-419" sz="2400" b="1" dirty="0"/>
              <a:t> 10.0.0.0  255.0.0.0  200.1.1.5</a:t>
            </a:r>
            <a:endParaRPr lang="es-419" sz="2400" dirty="0"/>
          </a:p>
          <a:p>
            <a:endParaRPr lang="es-419" sz="2400" b="1" u="sng" dirty="0" smtClean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8093" y="1264555"/>
            <a:ext cx="3223907" cy="539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819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419" b="1" dirty="0" smtClean="0"/>
              <a:t>ENRUTAMIENTO</a:t>
            </a:r>
            <a:endParaRPr lang="es-CO" b="1" dirty="0"/>
          </a:p>
        </p:txBody>
      </p:sp>
      <p:sp>
        <p:nvSpPr>
          <p:cNvPr id="7" name="CuadroTexto 6"/>
          <p:cNvSpPr txBox="1"/>
          <p:nvPr/>
        </p:nvSpPr>
        <p:spPr>
          <a:xfrm>
            <a:off x="641839" y="1428071"/>
            <a:ext cx="1138603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400" b="1" dirty="0" smtClean="0"/>
              <a:t>Para el ejemplo dado se tiene:</a:t>
            </a:r>
          </a:p>
          <a:p>
            <a:endParaRPr lang="es-419" sz="2400" b="1" u="sng" dirty="0" smtClean="0"/>
          </a:p>
          <a:p>
            <a:r>
              <a:rPr lang="es-419" sz="2400" b="1" u="sng" dirty="0" smtClean="0"/>
              <a:t>En PC0</a:t>
            </a:r>
          </a:p>
          <a:p>
            <a:endParaRPr lang="es-419" sz="2400" dirty="0" smtClean="0"/>
          </a:p>
          <a:p>
            <a:r>
              <a:rPr lang="es-419" sz="2400" dirty="0" smtClean="0"/>
              <a:t>Se configura su </a:t>
            </a:r>
            <a:r>
              <a:rPr lang="es-419" sz="2400" dirty="0" err="1" smtClean="0"/>
              <a:t>Ip</a:t>
            </a:r>
            <a:r>
              <a:rPr lang="es-419" sz="2400" dirty="0" smtClean="0"/>
              <a:t> así:</a:t>
            </a:r>
          </a:p>
          <a:p>
            <a:endParaRPr lang="es-419" sz="2400" dirty="0"/>
          </a:p>
          <a:p>
            <a:endParaRPr lang="es-419" sz="2400" dirty="0" smtClean="0"/>
          </a:p>
          <a:p>
            <a:endParaRPr lang="es-419" sz="2400" b="1" u="sng" dirty="0" smtClean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1271" y="1072299"/>
            <a:ext cx="3644974" cy="534345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254" y="3326095"/>
            <a:ext cx="4974044" cy="3405307"/>
          </a:xfrm>
          <a:prstGeom prst="rect">
            <a:avLst/>
          </a:prstGeom>
        </p:spPr>
      </p:pic>
      <p:sp>
        <p:nvSpPr>
          <p:cNvPr id="8" name="CuadroTexto 7"/>
          <p:cNvSpPr txBox="1"/>
          <p:nvPr/>
        </p:nvSpPr>
        <p:spPr>
          <a:xfrm>
            <a:off x="5433238" y="5170112"/>
            <a:ext cx="268803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 smtClean="0"/>
              <a:t>El Gateway corresponde a la IP </a:t>
            </a:r>
          </a:p>
          <a:p>
            <a:r>
              <a:rPr lang="es-419" dirty="0" smtClean="0"/>
              <a:t>Del puerto del </a:t>
            </a:r>
            <a:r>
              <a:rPr lang="es-419" dirty="0" err="1" smtClean="0"/>
              <a:t>router</a:t>
            </a:r>
            <a:r>
              <a:rPr lang="es-419" dirty="0" smtClean="0"/>
              <a:t> que está conectado al </a:t>
            </a:r>
            <a:r>
              <a:rPr lang="es-419" dirty="0" err="1" smtClean="0"/>
              <a:t>switch</a:t>
            </a:r>
            <a:r>
              <a:rPr lang="es-419" dirty="0" smtClean="0"/>
              <a:t> (F0/0)</a:t>
            </a:r>
            <a:endParaRPr lang="es-CO" dirty="0"/>
          </a:p>
        </p:txBody>
      </p:sp>
      <p:cxnSp>
        <p:nvCxnSpPr>
          <p:cNvPr id="10" name="Conector recto de flecha 9"/>
          <p:cNvCxnSpPr/>
          <p:nvPr/>
        </p:nvCxnSpPr>
        <p:spPr>
          <a:xfrm flipH="1">
            <a:off x="3030279" y="5699051"/>
            <a:ext cx="2402959" cy="361507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3083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2394BB0E6A3974F92979CC7014A66BE" ma:contentTypeVersion="4" ma:contentTypeDescription="Crear nuevo documento." ma:contentTypeScope="" ma:versionID="25b822d01e6326c6c6a3be70296d39f5">
  <xsd:schema xmlns:xsd="http://www.w3.org/2001/XMLSchema" xmlns:xs="http://www.w3.org/2001/XMLSchema" xmlns:p="http://schemas.microsoft.com/office/2006/metadata/properties" xmlns:ns2="c190a762-8ace-4dde-8610-f60417de3a92" targetNamespace="http://schemas.microsoft.com/office/2006/metadata/properties" ma:root="true" ma:fieldsID="e96a2350358351b3d6c91d8c867ba915" ns2:_="">
    <xsd:import namespace="c190a762-8ace-4dde-8610-f60417de3a9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90a762-8ace-4dde-8610-f60417de3a9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005CD7B-C5D3-40FE-A774-1E8E81A55BB2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05228A09-94CA-4BC6-8A3F-6A4A4C8BA5F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C0C0D80-7C16-4DAA-8D02-300E31519B1B}"/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544</TotalTime>
  <Words>363</Words>
  <Application>Microsoft Office PowerPoint</Application>
  <PresentationFormat>Panorámica</PresentationFormat>
  <Paragraphs>75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Espiral</vt:lpstr>
      <vt:lpstr>ENRUTAMIENTO </vt:lpstr>
      <vt:lpstr>ENRUTAMIENTO</vt:lpstr>
      <vt:lpstr>ENRUTAMIENTO</vt:lpstr>
      <vt:lpstr>ENRUTAMIENTO</vt:lpstr>
      <vt:lpstr>ENRUTAMIENTO</vt:lpstr>
      <vt:lpstr>ENRUTAMIENTO</vt:lpstr>
      <vt:lpstr>ENRUTAMIENTO</vt:lpstr>
      <vt:lpstr>ENRUTAMIENTO</vt:lpstr>
      <vt:lpstr>ENRUTAMIENTO</vt:lpstr>
      <vt:lpstr>ENRUTAMIENTO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ENRUTAMIENTO</dc:title>
  <dc:creator>Corporación Educativa Asesorías del Norte</dc:creator>
  <cp:lastModifiedBy>ESTUDIANTE</cp:lastModifiedBy>
  <cp:revision>37</cp:revision>
  <dcterms:created xsi:type="dcterms:W3CDTF">2020-04-14T13:12:35Z</dcterms:created>
  <dcterms:modified xsi:type="dcterms:W3CDTF">2022-10-10T14:03:12Z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0x01010092394BB0E6A3974F92979CC7014A66BE</vt:lpwstr>
  </property>
</Properties>
</file>