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419" dirty="0" smtClean="0"/>
              <a:t>ENRUTAMIENTO ENTRE VLANS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39676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95250"/>
            <a:ext cx="110109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94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27BE40E-35D2-4E38-AD7F-44F7DE615F55}"/>
</file>

<file path=customXml/itemProps2.xml><?xml version="1.0" encoding="utf-8"?>
<ds:datastoreItem xmlns:ds="http://schemas.openxmlformats.org/officeDocument/2006/customXml" ds:itemID="{83B2C7C2-6D57-467C-A04F-D8915C311E6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25FE68F-4602-4F7F-8A78-685F5D64C3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124</TotalTime>
  <Words>3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Century Gothic</vt:lpstr>
      <vt:lpstr>Wingdings 3</vt:lpstr>
      <vt:lpstr>Ion</vt:lpstr>
      <vt:lpstr>ENRUTAMIENTO ENTRE VLANS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ENRUTAMIENTO ENTRE VLANS</dc:title>
  <dc:creator>Ernesto Jose Garcia Puche</dc:creator>
  <cp:lastModifiedBy>JOSE IGNACIO GARCIA FERNANDEZ DE CASTRO</cp:lastModifiedBy>
  <cp:revision>2</cp:revision>
  <dcterms:created xsi:type="dcterms:W3CDTF">2020-05-18T12:33:08Z</dcterms:created>
  <dcterms:modified xsi:type="dcterms:W3CDTF">2022-11-09T15:09:25Z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